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1 phút: giới thiệu nhóm và dự 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Vấn đề: người mua khó biết giá hợp lý, người bán khó tiếp cận nhiều người mua.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pháp: web đấu giá trực tuyến theo SRS (FR-03 đến FR-05).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bán đăng tin, người mua đặt cọc và đặt giá, hết giờ hệ thống chọn giá cao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 hình doanh thu dựa trên bảng Hoa_hong trong file Excel; tỷ lệ là giả định.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Lấy từ dòng SH001 của sheet Danh_sach trong SmartHome_Excel.xlsx.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Lộ trình giả định, điều chỉnh theo thực tế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tiền và mục tiêu là giả định, thay bằng kế hoạch thật của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Smart-Home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514600"/>
            <a:ext cx="1097280" cy="64008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Đấu giá nhà đất trực tuyến, minh bạch và nhanh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822960" cy="64008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Đấu giá nhà đất vẫn thiếu minh bạch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Thông tin rời rạc, khó so sánh giá, quy trình dài.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822960" cy="64008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nền tảng, mọi phiên đấu giá công khai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Giá thầu cập nhật tức thì, mọi người cùng thấy.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 bước để chốt một căn nhà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97280" cy="1097280"/>
          </a:xfrm>
          <a:prstGeom prst="ellipse">
            <a:avLst/>
          </a:prstGeom>
          <a:solidFill>
            <a:srgbClr val="EAF1F8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Đăng tin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1097280" cy="1097280"/>
          </a:xfrm>
          <a:prstGeom prst="ellipse">
            <a:avLst/>
          </a:prstGeom>
          <a:solidFill>
            <a:srgbClr val="E07A1F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Đặt giá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1097280" cy="1097280"/>
          </a:xfrm>
          <a:prstGeom prst="ellipse">
            <a:avLst/>
          </a:prstGeom>
          <a:solidFill>
            <a:srgbClr val="EAF1F8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Chốt phiên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822960" cy="64008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 đến từ hoa hồng 1,5% – 3%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Hoa hồng tra theo hạng môi giới A, B, C (giả định).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căn hộ, một dòng doanh thu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5.044 triệu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Giá sau chiết khấu 3%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151,32 triệu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Hoa hồng hạng A (3%)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25,22 triệu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Giá thuê/tháng (tỷ suất 6%/năm)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 dụ căn SH001 (giá khởi điểm 5.200 triệu), dữ liệu mẫu.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822960" cy="64008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bản thử trong 6 tháng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Quý 1: SRS và thiết kế. Quý 2: bản thử tại TP.HCM.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Gọi vốn 2 tỷ VNĐ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514600"/>
            <a:ext cx="1097280" cy="64008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Để xây bản thử và đưa 100 căn đầu tiên lên sàn (giả định)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2026-10-27T04:04:47Z</dcterms:created>
  <dcterms:modified xsi:type="dcterms:W3CDTF">2026-10-27T04:04:47Z</dcterms:modified>
</cp:coreProperties>
</file>